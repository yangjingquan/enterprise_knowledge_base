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本培训约3小时，新员工须在入职后两周内完成，培训考核不合格者须补训。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下午场结束后进行30分钟闭卷考试，80分及格。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可以结合展厅参观介绍SK-850和HX-630两款主力机型。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工牌遗失补办收费50元，需到行政部办理。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迟到10分钟内每月累计3次以内不扣款，超过部分每次扣20元；10至30分钟每次扣50元。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近两年发生过两起通过伪造供应商邮件骗取付款的案例，财务付款前须电话核实。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新员工如有疑问，可先在企业微信“HR小助手”中咨询。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新员工入职培训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星辰智造科技有限公司 人力资源部 · 2026年版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培训日程安排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r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讲师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9:00-9:30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公司介绍与企业文化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人力资源部 李婷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9:30-10:30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规章制度：考勤、假期、薪酬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人力资源部 李婷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10:45-11:45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信息安全与保密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信息技术部 周健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13:30-14:30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安全生产与车间6S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安全环保部 孙浩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14:45-15:15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OA、企业微信等系统使用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信息技术部 周健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15:30-16:00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入职培训考试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人力资源部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公司简介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星辰智造科技有限公司成立于2012年，总部位于上海市浦东新区</a:t>
            </a:r>
          </a:p>
          <a:p>
            <a:r>
              <a:t>现有员工约860人，在苏州、成都设有生产基地</a:t>
            </a:r>
          </a:p>
          <a:p>
            <a:r>
              <a:t>核心产品：SK系列立式加工中心、HX系列卧式加工中心、智能运维平台</a:t>
            </a:r>
          </a:p>
          <a:p>
            <a:r>
              <a:t>产品远销东南亚、中东及欧洲等二十余个国家和地区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企业文化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使命：让中国制造更精密、更智能</a:t>
            </a:r>
          </a:p>
          <a:p>
            <a:r>
              <a:t>愿景：成为全球领先的智能装备解决方案提供商</a:t>
            </a:r>
          </a:p>
          <a:p>
            <a:r>
              <a:t>核心价值观：客户第一、专业务实、协作共赢、持续创新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入职第一周必办事项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第1天：领取工牌、开通企业微信和OA账号、录入门禁人脸</a:t>
            </a:r>
          </a:p>
          <a:p>
            <a:r>
              <a:t>第2天：签订劳动合同和保密协议，确认工资卡（工商银行）</a:t>
            </a:r>
          </a:p>
          <a:p>
            <a:r>
              <a:t>第3天：领取劳保用品（生产岗位）或办公电脑（职能/研发岗位）</a:t>
            </a:r>
          </a:p>
          <a:p>
            <a:r>
              <a:t>第5天前：与直接上级确认试用期目标，填写《试用期工作计划表》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试用期与转正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公司一般约定试用期为三个月，试用期工资不低于转正后工资的80%</a:t>
            </a:r>
          </a:p>
          <a:p>
            <a:r>
              <a:t>试用期满前15个工作日由直接上级组织转正评估</a:t>
            </a:r>
          </a:p>
          <a:p>
            <a:r>
              <a:t>评估构成：工作业绩60% + 工作态度20% + 文化认同20%</a:t>
            </a:r>
          </a:p>
          <a:p>
            <a:r>
              <a:t>75分及以上转正；60-74分可延长试用期一次；60分以下视为不符合录用条件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工作时间与考勤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职能/研发岗位：周一至周五 9:00-18:00，午休 12:00-13:00</a:t>
            </a:r>
          </a:p>
          <a:p>
            <a:r>
              <a:t>弹性工作制：最早8:30、最晚9:30上班，每日工作满8小时</a:t>
            </a:r>
          </a:p>
          <a:p>
            <a:r>
              <a:t>生产岗位两班制：早班 8:00-16:30，中班 16:30-次日1:00</a:t>
            </a:r>
          </a:p>
          <a:p>
            <a:r>
              <a:t>通过企业微信或门禁人脸识别打卡，每日两次；每月补卡不超过3次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带薪年假一览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57200">
                <a:tc>
                  <a:txBody>
                    <a:bodyPr/>
                    <a:lstStyle/>
                    <a:p>
                      <a:r>
                        <a:t>累计工作年限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法定年假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公司福利年假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合计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满1年不满10年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满10年不满20年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满20年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17天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公司福利年假自转正后开始享受；未休完的可延至次年3月31日前使用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薪酬与福利要点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每月15日发放上月工资，可在企业微信“工资条”中查询</a:t>
            </a:r>
          </a:p>
          <a:p>
            <a:r>
              <a:t>餐费补贴每工作日30元，交通补贴每月400元</a:t>
            </a:r>
          </a:p>
          <a:p>
            <a:r>
              <a:t>每年4月进行年度调薪，S级调薪10%-15%</a:t>
            </a:r>
          </a:p>
          <a:p>
            <a:r>
              <a:t>年终奖于次年春节前发放，发放前离职不享受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信息安全红线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禁止将公司图纸、源代码、客户资料拷贝到个人U盘或网盘</a:t>
            </a:r>
          </a:p>
          <a:p>
            <a:r>
              <a:t>办公电脑离开座位须锁屏（Win+L），密码每90天更换一次</a:t>
            </a:r>
          </a:p>
          <a:p>
            <a:r>
              <a:t>外发技术资料须经部门负责人审批并通过加密邮件发送</a:t>
            </a:r>
          </a:p>
          <a:p>
            <a:r>
              <a:t>发现疑似钓鱼邮件，请立即转发至 security@xingchen-zz.com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安全生产与6S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进入车间必须穿戴安全鞋、防护眼镜，长发须盘起</a:t>
            </a:r>
          </a:p>
          <a:p>
            <a:r>
              <a:t>设备维修前必须断电并挂“禁止合闸”警示牌（上锁挂牌）</a:t>
            </a:r>
          </a:p>
          <a:p>
            <a:r>
              <a:t>6S：整理、整顿、清扫、清洁、素养、安全</a:t>
            </a:r>
          </a:p>
          <a:p>
            <a:r>
              <a:t>发生安全事故须在1小时内报告安全环保部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常用联系方式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r>
                        <a:t>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部门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联系方式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入职、考勤、假期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人力资源部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分机 6001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工资、报销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财务部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分机 6101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电脑、账号、网络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信息技术部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分机 6201 / IT服务台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工牌、宿舍、班车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行政部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分机 6301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安全事故报告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安全环保部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分机 6119（24小时）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